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Operating Systems. Lecture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Processes, threads and deadlocks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Processes and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process is a running program with its own address space.</a:t>
            </a:r>
          </a:p>
          <a:p>
            <a:r>
              <a:t>A thread is a unit of execution that lives inside a process.</a:t>
            </a:r>
          </a:p>
          <a:p>
            <a:r>
              <a:t>Threads of one process share the same memory, processes do not.</a:t>
            </a:r>
          </a:p>
          <a:p>
            <a:r>
              <a:t>Switching between threads is faster than switching between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deadlock is when processes wait for each other forever.</a:t>
            </a:r>
          </a:p>
          <a:p>
            <a:r>
              <a:t>Mutual exclusion: a resource can be held by only one process.</a:t>
            </a:r>
          </a:p>
          <a:p>
            <a:r>
              <a:t>Hold and wait: a process holds one resource and waits for another.</a:t>
            </a:r>
          </a:p>
          <a:p>
            <a:r>
              <a:t>Circular wait: processes form a cycle, each waiting for the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scheduler decides which ready process gets the CPU next.</a:t>
            </a:r>
          </a:p>
          <a:p>
            <a:r>
              <a:t>Round Robin gives every process a fixed time slice in turn.</a:t>
            </a:r>
          </a:p>
          <a:p>
            <a:r>
              <a:t>Shortest Job First runs the process with the smallest burst time first.</a:t>
            </a:r>
          </a:p>
          <a:p>
            <a:r>
              <a:t>Starvation happens when a process never gets the CPU.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memory gives each process its own large address space.</a:t>
            </a:r>
          </a:p>
          <a:p>
            <a:r>
              <a:t>Memory is divided into pages that are mapped to physical frames.</a:t>
            </a:r>
          </a:p>
          <a:p>
            <a:r>
              <a:t>A page fault happens when the needed page is not in physical memory.</a:t>
            </a:r>
          </a:p>
          <a:p>
            <a:r>
              <a:t>Rarely used pages are moved to disk, this is called swapping.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